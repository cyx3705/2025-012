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65.xml"/><Relationship Id="rId20" Type="http://schemas.openxmlformats.org/officeDocument/2006/relationships/image" Target="../media/image18.png"/><Relationship Id="rId2" Type="http://schemas.openxmlformats.org/officeDocument/2006/relationships/tags" Target="../tags/tag64.xml"/><Relationship Id="rId19" Type="http://schemas.openxmlformats.org/officeDocument/2006/relationships/image" Target="../media/image17.png"/><Relationship Id="rId18" Type="http://schemas.openxmlformats.org/officeDocument/2006/relationships/image" Target="../media/image16.png"/><Relationship Id="rId17" Type="http://schemas.openxmlformats.org/officeDocument/2006/relationships/image" Target="../media/image15.png"/><Relationship Id="rId16" Type="http://schemas.openxmlformats.org/officeDocument/2006/relationships/image" Target="../media/image14.png"/><Relationship Id="rId15" Type="http://schemas.openxmlformats.org/officeDocument/2006/relationships/image" Target="../media/image13.png"/><Relationship Id="rId14" Type="http://schemas.openxmlformats.org/officeDocument/2006/relationships/image" Target="../media/image12.png"/><Relationship Id="rId13" Type="http://schemas.openxmlformats.org/officeDocument/2006/relationships/image" Target="../media/image11.png"/><Relationship Id="rId12" Type="http://schemas.openxmlformats.org/officeDocument/2006/relationships/image" Target="../media/image10.png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空白演示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单击输入您的封面副标题</a:t>
            </a:r>
            <a:endParaRPr lang="zh-CN" altLang="en-US"/>
          </a:p>
        </p:txBody>
      </p:sp>
      <p:pic>
        <p:nvPicPr>
          <p:cNvPr id="4" name="图片 3" descr="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-635000"/>
            <a:ext cx="4572000" cy="8128000"/>
          </a:xfrm>
          <a:prstGeom prst="rect">
            <a:avLst/>
          </a:prstGeom>
        </p:spPr>
      </p:pic>
      <p:pic>
        <p:nvPicPr>
          <p:cNvPr id="5" name="图片 4" descr="17"/>
          <p:cNvPicPr>
            <a:picLocks noChangeAspect="1"/>
          </p:cNvPicPr>
          <p:nvPr/>
        </p:nvPicPr>
        <p:blipFill>
          <a:blip r:embed="rId4"/>
          <a:srcRect r="16486" b="-94"/>
          <a:stretch>
            <a:fillRect/>
          </a:stretch>
        </p:blipFill>
        <p:spPr>
          <a:xfrm>
            <a:off x="3810000" y="-635000"/>
            <a:ext cx="3818255" cy="8135620"/>
          </a:xfrm>
          <a:prstGeom prst="rect">
            <a:avLst/>
          </a:prstGeom>
        </p:spPr>
      </p:pic>
      <p:pic>
        <p:nvPicPr>
          <p:cNvPr id="6" name="图片 5" descr="16"/>
          <p:cNvPicPr>
            <a:picLocks noChangeAspect="1"/>
          </p:cNvPicPr>
          <p:nvPr/>
        </p:nvPicPr>
        <p:blipFill>
          <a:blip r:embed="rId5"/>
          <a:srcRect r="20778"/>
          <a:stretch>
            <a:fillRect/>
          </a:stretch>
        </p:blipFill>
        <p:spPr>
          <a:xfrm>
            <a:off x="3810000" y="-635000"/>
            <a:ext cx="3622040" cy="8128000"/>
          </a:xfrm>
          <a:prstGeom prst="rect">
            <a:avLst/>
          </a:prstGeom>
        </p:spPr>
      </p:pic>
      <p:pic>
        <p:nvPicPr>
          <p:cNvPr id="7" name="图片 6" descr="15"/>
          <p:cNvPicPr>
            <a:picLocks noChangeAspect="1"/>
          </p:cNvPicPr>
          <p:nvPr/>
        </p:nvPicPr>
        <p:blipFill>
          <a:blip r:embed="rId6"/>
          <a:srcRect r="23958"/>
          <a:stretch>
            <a:fillRect/>
          </a:stretch>
        </p:blipFill>
        <p:spPr>
          <a:xfrm>
            <a:off x="3810000" y="-635000"/>
            <a:ext cx="3476625" cy="8128000"/>
          </a:xfrm>
          <a:prstGeom prst="rect">
            <a:avLst/>
          </a:prstGeom>
        </p:spPr>
      </p:pic>
      <p:pic>
        <p:nvPicPr>
          <p:cNvPr id="8" name="图片 7" descr="14"/>
          <p:cNvPicPr>
            <a:picLocks noChangeAspect="1"/>
          </p:cNvPicPr>
          <p:nvPr/>
        </p:nvPicPr>
        <p:blipFill>
          <a:blip r:embed="rId7"/>
          <a:srcRect r="26806"/>
          <a:stretch>
            <a:fillRect/>
          </a:stretch>
        </p:blipFill>
        <p:spPr>
          <a:xfrm>
            <a:off x="3810000" y="-635000"/>
            <a:ext cx="3346450" cy="8128000"/>
          </a:xfrm>
          <a:prstGeom prst="rect">
            <a:avLst/>
          </a:prstGeom>
        </p:spPr>
      </p:pic>
      <p:pic>
        <p:nvPicPr>
          <p:cNvPr id="9" name="图片 8" descr="14"/>
          <p:cNvPicPr>
            <a:picLocks noChangeAspect="1"/>
          </p:cNvPicPr>
          <p:nvPr/>
        </p:nvPicPr>
        <p:blipFill>
          <a:blip r:embed="rId7"/>
          <a:srcRect r="26653"/>
          <a:stretch>
            <a:fillRect/>
          </a:stretch>
        </p:blipFill>
        <p:spPr>
          <a:xfrm>
            <a:off x="3810000" y="-635000"/>
            <a:ext cx="3353435" cy="8128000"/>
          </a:xfrm>
          <a:prstGeom prst="rect">
            <a:avLst/>
          </a:prstGeom>
        </p:spPr>
      </p:pic>
      <p:pic>
        <p:nvPicPr>
          <p:cNvPr id="10" name="图片 9" descr="13"/>
          <p:cNvPicPr>
            <a:picLocks noChangeAspect="1"/>
          </p:cNvPicPr>
          <p:nvPr/>
        </p:nvPicPr>
        <p:blipFill>
          <a:blip r:embed="rId8"/>
          <a:srcRect r="30625"/>
          <a:stretch>
            <a:fillRect/>
          </a:stretch>
        </p:blipFill>
        <p:spPr>
          <a:xfrm>
            <a:off x="3810000" y="-635000"/>
            <a:ext cx="3171825" cy="8128000"/>
          </a:xfrm>
          <a:prstGeom prst="rect">
            <a:avLst/>
          </a:prstGeom>
        </p:spPr>
      </p:pic>
      <p:pic>
        <p:nvPicPr>
          <p:cNvPr id="11" name="图片 10" descr="12"/>
          <p:cNvPicPr>
            <a:picLocks noChangeAspect="1"/>
          </p:cNvPicPr>
          <p:nvPr/>
        </p:nvPicPr>
        <p:blipFill>
          <a:blip r:embed="rId9"/>
          <a:srcRect r="33625"/>
          <a:stretch>
            <a:fillRect/>
          </a:stretch>
        </p:blipFill>
        <p:spPr>
          <a:xfrm>
            <a:off x="3810000" y="-635000"/>
            <a:ext cx="3034665" cy="8128000"/>
          </a:xfrm>
          <a:prstGeom prst="rect">
            <a:avLst/>
          </a:prstGeom>
        </p:spPr>
      </p:pic>
      <p:pic>
        <p:nvPicPr>
          <p:cNvPr id="12" name="图片 11" descr="11"/>
          <p:cNvPicPr>
            <a:picLocks noChangeAspect="1"/>
          </p:cNvPicPr>
          <p:nvPr/>
        </p:nvPicPr>
        <p:blipFill>
          <a:blip r:embed="rId10"/>
          <a:srcRect r="36958"/>
          <a:stretch>
            <a:fillRect/>
          </a:stretch>
        </p:blipFill>
        <p:spPr>
          <a:xfrm>
            <a:off x="3810000" y="-635000"/>
            <a:ext cx="2882265" cy="8128000"/>
          </a:xfrm>
          <a:prstGeom prst="rect">
            <a:avLst/>
          </a:prstGeom>
        </p:spPr>
      </p:pic>
      <p:pic>
        <p:nvPicPr>
          <p:cNvPr id="13" name="图片 12" descr="10"/>
          <p:cNvPicPr>
            <a:picLocks noChangeAspect="1"/>
          </p:cNvPicPr>
          <p:nvPr/>
        </p:nvPicPr>
        <p:blipFill>
          <a:blip r:embed="rId11"/>
          <a:srcRect r="41097"/>
          <a:stretch>
            <a:fillRect/>
          </a:stretch>
        </p:blipFill>
        <p:spPr>
          <a:xfrm>
            <a:off x="3810000" y="-635000"/>
            <a:ext cx="2693035" cy="8128000"/>
          </a:xfrm>
          <a:prstGeom prst="rect">
            <a:avLst/>
          </a:prstGeom>
        </p:spPr>
      </p:pic>
      <p:pic>
        <p:nvPicPr>
          <p:cNvPr id="14" name="图片 13" descr="9"/>
          <p:cNvPicPr>
            <a:picLocks noChangeAspect="1"/>
          </p:cNvPicPr>
          <p:nvPr/>
        </p:nvPicPr>
        <p:blipFill>
          <a:blip r:embed="rId12"/>
          <a:srcRect r="45042"/>
          <a:stretch>
            <a:fillRect/>
          </a:stretch>
        </p:blipFill>
        <p:spPr>
          <a:xfrm>
            <a:off x="3810000" y="-635000"/>
            <a:ext cx="2512695" cy="8128000"/>
          </a:xfrm>
          <a:prstGeom prst="rect">
            <a:avLst/>
          </a:prstGeom>
        </p:spPr>
      </p:pic>
      <p:pic>
        <p:nvPicPr>
          <p:cNvPr id="15" name="图片 14" descr="8"/>
          <p:cNvPicPr>
            <a:picLocks noChangeAspect="1"/>
          </p:cNvPicPr>
          <p:nvPr/>
        </p:nvPicPr>
        <p:blipFill>
          <a:blip r:embed="rId13"/>
          <a:srcRect r="48375"/>
          <a:stretch>
            <a:fillRect/>
          </a:stretch>
        </p:blipFill>
        <p:spPr>
          <a:xfrm>
            <a:off x="3810000" y="-635000"/>
            <a:ext cx="2360295" cy="8128000"/>
          </a:xfrm>
          <a:prstGeom prst="rect">
            <a:avLst/>
          </a:prstGeom>
        </p:spPr>
      </p:pic>
      <p:pic>
        <p:nvPicPr>
          <p:cNvPr id="16" name="图片 15" descr="7"/>
          <p:cNvPicPr>
            <a:picLocks noChangeAspect="1"/>
          </p:cNvPicPr>
          <p:nvPr/>
        </p:nvPicPr>
        <p:blipFill>
          <a:blip r:embed="rId14"/>
          <a:srcRect r="51544"/>
          <a:stretch>
            <a:fillRect/>
          </a:stretch>
        </p:blipFill>
        <p:spPr>
          <a:xfrm>
            <a:off x="3810000" y="-635000"/>
            <a:ext cx="2222500" cy="8128000"/>
          </a:xfrm>
          <a:prstGeom prst="rect">
            <a:avLst/>
          </a:prstGeom>
        </p:spPr>
      </p:pic>
      <p:pic>
        <p:nvPicPr>
          <p:cNvPr id="17" name="图片 16" descr="6"/>
          <p:cNvPicPr>
            <a:picLocks noChangeAspect="1"/>
          </p:cNvPicPr>
          <p:nvPr/>
        </p:nvPicPr>
        <p:blipFill>
          <a:blip r:embed="rId15"/>
          <a:srcRect r="55361"/>
          <a:stretch>
            <a:fillRect/>
          </a:stretch>
        </p:blipFill>
        <p:spPr>
          <a:xfrm>
            <a:off x="3810000" y="-635000"/>
            <a:ext cx="2040890" cy="8128000"/>
          </a:xfrm>
          <a:prstGeom prst="rect">
            <a:avLst/>
          </a:prstGeom>
        </p:spPr>
      </p:pic>
      <p:pic>
        <p:nvPicPr>
          <p:cNvPr id="18" name="图片 17" descr="5"/>
          <p:cNvPicPr>
            <a:picLocks noChangeAspect="1"/>
          </p:cNvPicPr>
          <p:nvPr/>
        </p:nvPicPr>
        <p:blipFill>
          <a:blip r:embed="rId16"/>
          <a:srcRect r="58847"/>
          <a:stretch>
            <a:fillRect/>
          </a:stretch>
        </p:blipFill>
        <p:spPr>
          <a:xfrm>
            <a:off x="3810000" y="-635000"/>
            <a:ext cx="1881505" cy="8128000"/>
          </a:xfrm>
          <a:prstGeom prst="rect">
            <a:avLst/>
          </a:prstGeom>
        </p:spPr>
      </p:pic>
      <p:pic>
        <p:nvPicPr>
          <p:cNvPr id="19" name="图片 18" descr="4"/>
          <p:cNvPicPr>
            <a:picLocks noChangeAspect="1"/>
          </p:cNvPicPr>
          <p:nvPr/>
        </p:nvPicPr>
        <p:blipFill>
          <a:blip r:embed="rId17"/>
          <a:srcRect r="62667"/>
          <a:stretch>
            <a:fillRect/>
          </a:stretch>
        </p:blipFill>
        <p:spPr>
          <a:xfrm>
            <a:off x="3810000" y="-635000"/>
            <a:ext cx="1706880" cy="8128000"/>
          </a:xfrm>
          <a:prstGeom prst="rect">
            <a:avLst/>
          </a:prstGeom>
        </p:spPr>
      </p:pic>
      <p:pic>
        <p:nvPicPr>
          <p:cNvPr id="20" name="图片 19" descr="3"/>
          <p:cNvPicPr>
            <a:picLocks noChangeAspect="1"/>
          </p:cNvPicPr>
          <p:nvPr/>
        </p:nvPicPr>
        <p:blipFill>
          <a:blip r:embed="rId18"/>
          <a:srcRect r="66306"/>
          <a:stretch>
            <a:fillRect/>
          </a:stretch>
        </p:blipFill>
        <p:spPr>
          <a:xfrm>
            <a:off x="3810000" y="-635000"/>
            <a:ext cx="1540510" cy="8128000"/>
          </a:xfrm>
          <a:prstGeom prst="rect">
            <a:avLst/>
          </a:prstGeom>
        </p:spPr>
      </p:pic>
      <p:pic>
        <p:nvPicPr>
          <p:cNvPr id="21" name="图片 20" descr="2"/>
          <p:cNvPicPr>
            <a:picLocks noChangeAspect="1"/>
          </p:cNvPicPr>
          <p:nvPr/>
        </p:nvPicPr>
        <p:blipFill>
          <a:blip r:embed="rId19"/>
          <a:srcRect r="70278"/>
          <a:stretch>
            <a:fillRect/>
          </a:stretch>
        </p:blipFill>
        <p:spPr>
          <a:xfrm>
            <a:off x="3810000" y="-635000"/>
            <a:ext cx="1358900" cy="8128000"/>
          </a:xfrm>
          <a:prstGeom prst="rect">
            <a:avLst/>
          </a:prstGeom>
        </p:spPr>
      </p:pic>
      <p:pic>
        <p:nvPicPr>
          <p:cNvPr id="22" name="图片 21" descr="1"/>
          <p:cNvPicPr>
            <a:picLocks noChangeAspect="1"/>
          </p:cNvPicPr>
          <p:nvPr/>
        </p:nvPicPr>
        <p:blipFill>
          <a:blip r:embed="rId20"/>
          <a:srcRect r="73611"/>
          <a:stretch>
            <a:fillRect/>
          </a:stretch>
        </p:blipFill>
        <p:spPr>
          <a:xfrm>
            <a:off x="3810000" y="-635000"/>
            <a:ext cx="1206500" cy="8128000"/>
          </a:xfrm>
          <a:prstGeom prst="rect">
            <a:avLst/>
          </a:prstGeom>
        </p:spPr>
      </p:pic>
    </p:spTree>
    <p:custDataLst>
      <p:tags r:id="rId2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WPS 演示</Application>
  <PresentationFormat>宽屏</PresentationFormat>
  <Paragraphs>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空白演示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ThundeRdbot</cp:lastModifiedBy>
  <cp:revision>172</cp:revision>
  <dcterms:created xsi:type="dcterms:W3CDTF">2019-06-19T02:08:00Z</dcterms:created>
  <dcterms:modified xsi:type="dcterms:W3CDTF">2024-06-05T11:23:59Z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